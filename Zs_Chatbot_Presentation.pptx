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ELECTRICAL SAFETY  ·  INTERNSHIP PROJECT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Fault Loop Impedance</a:t>
            </a: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</a:t>
            </a:r>
            <a:pPr indent="0" marL="0">
              <a:lnSpc>
                <a:spcPct val="98000"/>
              </a:lnSpc>
              <a:buNone/>
            </a:pPr>
            <a:r>
              <a:rPr lang="en-US" sz="5200" b="1" baseline="-40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Chatbot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electrical-safety web assistant that computes Zs from earthing measurements and verifies disconnection compliance.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754880"/>
            <a:ext cx="5852160" cy="1143000"/>
          </a:xfrm>
          <a:prstGeom prst="roundRect">
            <a:avLst>
              <a:gd name="adj" fmla="val 6400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4919472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Reddy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24WU0104089T  ·  B.Tech AIML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University, School of Technology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869680" y="2011680"/>
            <a:ext cx="2651760" cy="2651760"/>
          </a:xfrm>
          <a:prstGeom prst="ellipse">
            <a:avLst/>
          </a:prstGeom>
          <a:solidFill>
            <a:srgbClr val="1B252F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95560" y="2743200"/>
            <a:ext cx="0" cy="777240"/>
          </a:xfrm>
          <a:prstGeom prst="line">
            <a:avLst/>
          </a:prstGeom>
          <a:noFill/>
          <a:ln w="38100">
            <a:solidFill>
              <a:srgbClr val="39D9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40596" y="3520440"/>
            <a:ext cx="1709928" cy="0"/>
          </a:xfrm>
          <a:prstGeom prst="line">
            <a:avLst/>
          </a:prstGeom>
          <a:noFill/>
          <a:ln w="38100">
            <a:solidFill>
              <a:srgbClr val="39D9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35947" y="3769157"/>
            <a:ext cx="1119226" cy="0"/>
          </a:xfrm>
          <a:prstGeom prst="line">
            <a:avLst/>
          </a:prstGeom>
          <a:noFill/>
          <a:ln w="38100">
            <a:solidFill>
              <a:srgbClr val="39D9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15754" y="4017874"/>
            <a:ext cx="559613" cy="0"/>
          </a:xfrm>
          <a:prstGeom prst="line">
            <a:avLst/>
          </a:prstGeom>
          <a:noFill/>
          <a:ln w="38100">
            <a:solidFill>
              <a:srgbClr val="39D9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0" y="4754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2C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PROTECTIVE EARTH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earth fault loop impedance matters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126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live wire faults to earthed metalwork, the fault current must be large enough to trip the breaker fast.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current depends on the loop impedance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pPr indent="0" marL="0">
              <a:lnSpc>
                <a:spcPct val="115000"/>
              </a:lnSpc>
              <a:buNone/>
            </a:pPr>
            <a:r>
              <a:rPr lang="en-US" sz="1700" baseline="-40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If Zs is too high, the current is too small, the breaker is slow to trip, and the metalwork stays dangerously live.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turns that safety check into a simple chatbot anyone can use.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0" y="1783080"/>
            <a:ext cx="4206240" cy="4023360"/>
          </a:xfrm>
          <a:prstGeom prst="roundRect">
            <a:avLst>
              <a:gd name="adj" fmla="val 1818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574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83880" y="2075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Zs  =  Danger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35240" y="2788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loop impedance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small fault current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35387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fault current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breaker trips slowly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35240" y="428853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disconnection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metal stays live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35240" y="503834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metalwork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risk of electric shock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formulas behind the calculation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03911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impedance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2569464"/>
            <a:ext cx="4800600" cy="457200"/>
          </a:xfrm>
          <a:prstGeom prst="roundRect">
            <a:avLst>
              <a:gd name="adj" fmla="val 10000"/>
            </a:avLst>
          </a:prstGeom>
          <a:solidFill>
            <a:srgbClr val="0E1419"/>
          </a:solidFill>
          <a:ln w="12700">
            <a:solidFill>
              <a:srgbClr val="2B38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56946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 = Ze + (R1 + R2)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0815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= earthing system,  R1 = phase conductor,  R2 = earth conductor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5740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03911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Earthing system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675120" y="2569464"/>
            <a:ext cx="4800600" cy="457200"/>
          </a:xfrm>
          <a:prstGeom prst="roundRect">
            <a:avLst>
              <a:gd name="adj" fmla="val 10000"/>
            </a:avLst>
          </a:prstGeom>
          <a:solidFill>
            <a:srgbClr val="0E1419"/>
          </a:solidFill>
          <a:ln w="12700">
            <a:solidFill>
              <a:srgbClr val="2B384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75120" y="256946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1/Ze = Σ 1/R_pit + 1/R_grid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675120" y="30815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earth pits and the grid combine in parallel to give Ze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9768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427939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limit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914400" y="4809744"/>
            <a:ext cx="4800600" cy="457200"/>
          </a:xfrm>
          <a:prstGeom prst="roundRect">
            <a:avLst>
              <a:gd name="adj" fmla="val 10000"/>
            </a:avLst>
          </a:prstGeom>
          <a:solidFill>
            <a:srgbClr val="0E1419"/>
          </a:solidFill>
          <a:ln w="12700">
            <a:solidFill>
              <a:srgbClr val="2B384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14400" y="480974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  ≤  (2/3) × (U0 / Ia)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914400" y="53218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U0 = 230 V,  Ia = trip current = type × rating (B×5, C×10, D×20)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0" y="402336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29768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78040" y="427939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675120" y="4809744"/>
            <a:ext cx="4800600" cy="457200"/>
          </a:xfrm>
          <a:prstGeom prst="roundRect">
            <a:avLst>
              <a:gd name="adj" fmla="val 10000"/>
            </a:avLst>
          </a:prstGeom>
          <a:solidFill>
            <a:srgbClr val="0E1419"/>
          </a:solidFill>
          <a:ln w="12700">
            <a:solidFill>
              <a:srgbClr val="2B384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675120" y="480974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pit &lt; 5 Ω    grid &lt; 1 Ω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675120" y="53218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resistance for each electrode and the overall grid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electrical-safety chatbot web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914400"/>
          </a:xfrm>
          <a:prstGeom prst="roundRect">
            <a:avLst>
              <a:gd name="adj" fmla="val 7000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29968"/>
            <a:ext cx="420624" cy="420624"/>
          </a:xfrm>
          <a:prstGeom prst="ellipse">
            <a:avLst/>
          </a:prstGeom>
          <a:solidFill>
            <a:srgbClr val="222E3A"/>
          </a:solidFill>
          <a:ln w="12700">
            <a:solidFill>
              <a:srgbClr val="39D98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1122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024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input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measurements in plain words: "3 pits 4.2, 5.1, 3.8 Ω, grid 0.9 Ω, Type C 32A"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807208"/>
            <a:ext cx="6766560" cy="914400"/>
          </a:xfrm>
          <a:prstGeom prst="roundRect">
            <a:avLst>
              <a:gd name="adj" fmla="val 7000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3054096"/>
            <a:ext cx="420624" cy="420624"/>
          </a:xfrm>
          <a:prstGeom prst="ellipse">
            <a:avLst/>
          </a:prstGeom>
          <a:solidFill>
            <a:srgbClr val="222E3A"/>
          </a:solidFill>
          <a:ln w="12700">
            <a:solidFill>
              <a:srgbClr val="39D98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313639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944368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Zs calculation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electrodes in parallel, computes Zs, and checks the disconnection limit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3831336"/>
            <a:ext cx="6766560" cy="914400"/>
          </a:xfrm>
          <a:prstGeom prst="roundRect">
            <a:avLst>
              <a:gd name="adj" fmla="val 7000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68680" y="4078224"/>
            <a:ext cx="420624" cy="420624"/>
          </a:xfrm>
          <a:prstGeom prst="ellipse">
            <a:avLst/>
          </a:prstGeom>
          <a:solidFill>
            <a:srgbClr val="222E3A"/>
          </a:solidFill>
          <a:ln w="12700">
            <a:solidFill>
              <a:srgbClr val="39D98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16052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968496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PASS / FAIL verdict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compliance result with the margin and an engineering recommendation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4855464"/>
            <a:ext cx="6766560" cy="914400"/>
          </a:xfrm>
          <a:prstGeom prst="roundRect">
            <a:avLst>
              <a:gd name="adj" fmla="val 7000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5102352"/>
            <a:ext cx="420624" cy="420624"/>
          </a:xfrm>
          <a:prstGeom prst="ellipse">
            <a:avLst/>
          </a:prstGeom>
          <a:solidFill>
            <a:srgbClr val="222E3A"/>
          </a:solidFill>
          <a:ln w="12700">
            <a:solidFill>
              <a:srgbClr val="39D98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5184648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992624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Electrical-only assistant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electrical questions; politely declines anything off-topic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7772400" y="1783080"/>
            <a:ext cx="3749040" cy="4160520"/>
          </a:xfrm>
          <a:prstGeom prst="roundRect">
            <a:avLst>
              <a:gd name="adj" fmla="val 1951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804672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 Agent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8046720" y="2377440"/>
            <a:ext cx="3200400" cy="594360"/>
          </a:xfrm>
          <a:prstGeom prst="roundRect">
            <a:avLst>
              <a:gd name="adj" fmla="val 9231"/>
            </a:avLst>
          </a:prstGeom>
          <a:solidFill>
            <a:srgbClr val="1F3A30"/>
          </a:solidFill>
          <a:ln w="12700">
            <a:solidFill>
              <a:srgbClr val="2C5A47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183880" y="23774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pits 4.2, 5.1, 3.8 Ω, grid 0.9 Ω, Type C 32A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046720" y="3108960"/>
            <a:ext cx="3200400" cy="1371600"/>
          </a:xfrm>
          <a:prstGeom prst="roundRect">
            <a:avLst>
              <a:gd name="adj" fmla="val 4000"/>
            </a:avLst>
          </a:prstGeom>
          <a:solidFill>
            <a:srgbClr val="222E3A"/>
          </a:solidFill>
          <a:ln w="12700">
            <a:solidFill>
              <a:srgbClr val="2B3845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183880" y="321868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 = 0.553 Ω   (4 electrodes)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(Type C 32A) = 0.479 Ω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— exceeds by 15%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046720" y="461772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222E3A"/>
          </a:solidFill>
          <a:ln w="12700">
            <a:solidFill>
              <a:srgbClr val="2B384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183880" y="469087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weather?"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2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only answer electrical questions.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on every message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1348" y="2651760"/>
            <a:ext cx="603504" cy="603504"/>
          </a:xfrm>
          <a:prstGeom prst="ellipse">
            <a:avLst/>
          </a:prstGeom>
          <a:solidFill>
            <a:srgbClr val="222E3A"/>
          </a:solidFill>
          <a:ln w="15240">
            <a:solidFill>
              <a:srgbClr val="39D98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508" y="278892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Understand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379476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message and pull out pit, grid, R1, R2, breaker type and rating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347472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66160" y="23774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67428" y="2651760"/>
            <a:ext cx="603504" cy="603504"/>
          </a:xfrm>
          <a:prstGeom prst="ellipse">
            <a:avLst/>
          </a:prstGeom>
          <a:solidFill>
            <a:srgbClr val="222E3A"/>
          </a:solidFill>
          <a:ln w="15240">
            <a:solidFill>
              <a:srgbClr val="39D98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588" y="2788920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03320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Calculate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767328" y="379476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electrodes in parallel → Ze, then Zs, then the allowed limit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347472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92240" y="23774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493508" y="2651760"/>
            <a:ext cx="603504" cy="603504"/>
          </a:xfrm>
          <a:prstGeom prst="ellipse">
            <a:avLst/>
          </a:prstGeom>
          <a:solidFill>
            <a:srgbClr val="222E3A"/>
          </a:solidFill>
          <a:ln w="15240">
            <a:solidFill>
              <a:srgbClr val="39D98A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0668" y="2788920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29400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Assess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693408" y="379476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Zs to the limit → PASS or FAIL, with margin and advice</a:t>
            </a:r>
            <a:endParaRPr lang="en-US" sz="12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6568" y="3474720"/>
            <a:ext cx="274320" cy="2743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418320" y="23774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10419588" y="2651760"/>
            <a:ext cx="603504" cy="603504"/>
          </a:xfrm>
          <a:prstGeom prst="ellipse">
            <a:avLst/>
          </a:prstGeom>
          <a:solidFill>
            <a:srgbClr val="222E3A"/>
          </a:solidFill>
          <a:ln w="15240">
            <a:solidFill>
              <a:srgbClr val="39D98A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6748" y="2788920"/>
            <a:ext cx="329184" cy="32918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555480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Reply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9619488" y="379476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result back to the chat; flag any electrode over its guideline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page (frontend) only displays the conversation — all the physics runs in the Python backend.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STAYS ON-TOPIC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electrical-only chatbot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1B252F"/>
          </a:solidFill>
          <a:ln w="16510">
            <a:solidFill>
              <a:srgbClr val="39D98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75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743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an MCB and how do the types differ?"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3401568"/>
            <a:ext cx="4800600" cy="0"/>
          </a:xfrm>
          <a:prstGeom prst="line">
            <a:avLst/>
          </a:prstGeom>
          <a:noFill/>
          <a:ln w="9525">
            <a:solidFill>
              <a:srgbClr val="2B38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4564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do we need earthing?"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4114800"/>
            <a:ext cx="4800600" cy="0"/>
          </a:xfrm>
          <a:prstGeom prst="line">
            <a:avLst/>
          </a:prstGeom>
          <a:noFill/>
          <a:ln w="9525">
            <a:solidFill>
              <a:srgbClr val="2B38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416966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I reduce earth resistance?"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4828032"/>
            <a:ext cx="4800600" cy="0"/>
          </a:xfrm>
          <a:prstGeom prst="line">
            <a:avLst/>
          </a:prstGeom>
          <a:noFill/>
          <a:ln w="9525">
            <a:solidFill>
              <a:srgbClr val="2B38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488289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 pits 4.2, 5.1, 3.8 Ω, grid 0.9 Ω, Type C 32A"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178308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1B252F"/>
          </a:solidFill>
          <a:ln w="16510">
            <a:solidFill>
              <a:srgbClr val="FF5A5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0574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95160" y="2075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446520" y="2743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weather today?"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46520" y="33101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won the cricket match?"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446520" y="387705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me a poem."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446520" y="4526280"/>
            <a:ext cx="4800600" cy="1097280"/>
          </a:xfrm>
          <a:prstGeom prst="roundRect">
            <a:avLst>
              <a:gd name="adj" fmla="val 5000"/>
            </a:avLst>
          </a:prstGeom>
          <a:solidFill>
            <a:srgbClr val="2A1212"/>
          </a:solidFill>
          <a:ln w="12700">
            <a:solidFill>
              <a:srgbClr val="FF5A5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629400" y="46177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an electrical-engineering assistant, so I can only answer questions about electrical subjects."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pits + grid on a Type C 32 A breaker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  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pits 4.2, 5.1, 3.8 Ω   ·   grid 0.9 Ω   ·   Type C, 32 A   ·   U0 = 230 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788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8A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0.553 Ω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77240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of pits + grid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66160" y="2606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2788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8A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3154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0.553 Ω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703320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+ (R1 + R2)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92240" y="2606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2788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8A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Zs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3154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0.479 Ω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629400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⅔ × (230 / 320)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418320" y="2606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18320" y="2788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8A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18320" y="3154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555480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limit by 15%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89204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222E3A"/>
          </a:solidFill>
          <a:ln w="12700">
            <a:solidFill>
              <a:srgbClr val="2B3845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38928"/>
            <a:ext cx="411480" cy="4114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63040" y="495604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earthing is good, but for a Type C 32 A breaker the loop impedance is slightly too high — the fix is a lower Ze (more electrodes / soil treatment) or a more sensitive breaker.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29968"/>
            <a:ext cx="420624" cy="420624"/>
          </a:xfrm>
          <a:prstGeom prst="ellipse">
            <a:avLst/>
          </a:prstGeom>
          <a:solidFill>
            <a:srgbClr val="222E3A"/>
          </a:solidFill>
          <a:ln w="12700">
            <a:solidFill>
              <a:srgbClr val="39D98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1122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11096"/>
            <a:ext cx="9692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Python + Flask</a:t>
            </a:r>
            <a:endParaRPr lang="en-US" sz="15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engine, natural-language parser, electrical topic-guard and Q&amp;A, exposed through a small REST API (/chat).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40080" y="2807208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3054096"/>
            <a:ext cx="420624" cy="420624"/>
          </a:xfrm>
          <a:prstGeom prst="ellipse">
            <a:avLst/>
          </a:prstGeom>
          <a:solidFill>
            <a:srgbClr val="222E3A"/>
          </a:solidFill>
          <a:ln w="12700">
            <a:solidFill>
              <a:srgbClr val="39D98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313639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935224"/>
            <a:ext cx="9692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HTML, CSS, JavaScript</a:t>
            </a:r>
            <a:endParaRPr lang="en-US" sz="15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chat interface that sends each message to the backend and displays the reply, with a PASS / FAIL colour cue.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640080" y="3831336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4078224"/>
            <a:ext cx="420624" cy="420624"/>
          </a:xfrm>
          <a:prstGeom prst="ellipse">
            <a:avLst/>
          </a:prstGeom>
          <a:solidFill>
            <a:srgbClr val="222E3A"/>
          </a:solidFill>
          <a:ln w="12700">
            <a:solidFill>
              <a:srgbClr val="39D98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416052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959352"/>
            <a:ext cx="9692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— Regex parsing + engineering rules</a:t>
            </a:r>
            <a:endParaRPr lang="en-US" sz="15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numbers are computed in code, never guessed, so results are exact and repeatable.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640080" y="4855464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14400" y="5102352"/>
            <a:ext cx="420624" cy="420624"/>
          </a:xfrm>
          <a:prstGeom prst="ellipse">
            <a:avLst/>
          </a:prstGeom>
          <a:solidFill>
            <a:srgbClr val="222E3A"/>
          </a:solidFill>
          <a:ln w="12700">
            <a:solidFill>
              <a:srgbClr val="39D98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5184648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983480"/>
            <a:ext cx="9692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on localhost</a:t>
            </a:r>
            <a:endParaRPr lang="en-US" sz="15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command — python3 app.py — serves the whole app in the browser; no internet needed.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 &amp; 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today, and what's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75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78892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full-stack chatbot web app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Zs calculation and PASS / FAIL compliance check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input, no forms to fill</a:t>
            </a:r>
            <a:endParaRPr lang="en-US" sz="14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Electrical-only behaviour with a built-in Q&amp;A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72200" y="178308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1B252F"/>
          </a:solidFill>
          <a:ln w="12700">
            <a:solidFill>
              <a:srgbClr val="2B38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057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5160" y="2075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446520" y="278892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more electrical topics (transformers, cable sizing, RCD ratings)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 session as a PDF report for documentation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a React frontend + Flask backend</a:t>
            </a:r>
            <a:endParaRPr lang="en-US" sz="14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the full governing standard and site data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 Fault Loop Impedance (Zs) Chatbot</dc:title>
  <dc:subject>PptxGenJS Presentation</dc:subject>
  <dc:creator>Bharat Reddy</dc:creator>
  <cp:lastModifiedBy>Bharat Reddy</cp:lastModifiedBy>
  <cp:revision>1</cp:revision>
  <dcterms:created xsi:type="dcterms:W3CDTF">2026-06-22T10:21:41Z</dcterms:created>
  <dcterms:modified xsi:type="dcterms:W3CDTF">2026-06-22T10:21:41Z</dcterms:modified>
</cp:coreProperties>
</file>